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RESEARCH 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INTEL.ai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Intelligence On Demand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— Project 3  |  Group 01  |  March 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152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4884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6616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4884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6616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INTEL.ai do?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company name + ticker. The agent does everything else.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54864" cy="13716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74520"/>
            <a:ext cx="54864" cy="137160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F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874520"/>
            <a:ext cx="54864" cy="13716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pipeline that autonomously generates comprehensive strategic intelligence reports — including executive summary, financials, news, competitive landscape, and strategic recommendations.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Two-Layer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84048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84048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ORCHESTRATION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trigger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Serper API — web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API — news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Vantage — financials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data into JSON payload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to Python 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640080" cy="0"/>
          </a:xfrm>
          <a:prstGeom prst="line">
            <a:avLst/>
          </a:prstGeom>
          <a:noFill/>
          <a:ln w="25400">
            <a:solidFill>
              <a:srgbClr val="C8F1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F135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3840480" cy="411480"/>
          </a:xfrm>
          <a:prstGeom prst="rect">
            <a:avLst/>
          </a:prstGeom>
          <a:solidFill>
            <a:srgbClr val="1A1A2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INTELLIGENCE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 agent (6 nodes)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Serper + Guardian + Alpha Vantage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symbol for exact financials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RAG guidance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synthesis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&amp; saves Markdown report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APIs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n8n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417320"/>
            <a:ext cx="19202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78608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417320"/>
            <a:ext cx="19202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0016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1417320"/>
            <a:ext cx="1920240" cy="54864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Pinecone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1424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26080"/>
            <a:ext cx="19202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Serper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168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87168" y="2926080"/>
            <a:ext cx="19202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7860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2926080"/>
            <a:ext cx="19202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 Vantage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0001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9984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9984" y="2926080"/>
            <a:ext cx="1920240" cy="54864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+ ngrok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1424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Tunnel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INTEL.ai — Live at ngrok Public URL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https://impose-paragraphs-consolidated-linear.trycloudflare.com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company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symbol for exact financials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pipeline progress display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Markdown in browser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🖨️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3756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Dark-theme preserved print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7220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History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reports in session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Made It Live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9601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8562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 server running locally on port 5000. Handles all API calls, agent execution, and serves the frontend.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54864" cy="96012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F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569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53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flask-cloudflared auto-creates a public URL on startup.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https://usa-turned-arlington-draw.trycloudflare.com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54864" cy="9601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ngrok Tunnel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50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backup public URL using ngrok free tier.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https://impose-paragraphs-consolidated-linear.trycloudflare.com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Had to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too complex to debug — moved intelligence to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54864" cy="10058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2023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used training data instead of APIs — fixed by injecting real JSON into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54864" cy="100584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81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Guessing ticker from name was wrong — added dedicated ticker input field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54864" cy="100584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 Stability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081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kept failing — added ngrok as reliable backup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862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702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WeasyPrint incompatible with Python 3.9 — used browser print with CSS @media print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Companies Tested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417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 Generated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Financials, news, competitive analysis, strategic risks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Inc.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560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market analysis, recent news, market position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strategy, Azure growth, competitive landscape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includes: Executive Summary  •  Financial Overview  •  Recent News &amp; Sentiment  •  Competitive Landscape  •  Market Position  •  Strategic Assessment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914400"/>
            <a:ext cx="54864" cy="29260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Accomplished.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731520" y="265176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Fully autonomous research pipeline — one input, full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live APIs: Serper, Guardian, Alpha Vantage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LangGraph ReAct agent with validation &amp; retry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Professional INTEL.ai web UI with ticker input &amp; PDF export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Public URL via ngrok — accessible by everyone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01 — Ironhack AI Bootcamp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400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1417320"/>
            <a:ext cx="23774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828800" cy="1828800"/>
          </a:xfrm>
          <a:prstGeom prst="ellipse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400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Kinda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400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Integration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3832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383280" y="1417320"/>
            <a:ext cx="23774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00200"/>
            <a:ext cx="1828800" cy="1828800"/>
          </a:xfrm>
          <a:prstGeom prst="ellipse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33832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Anson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33832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 &amp; Architecture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61264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6126480" y="1417320"/>
            <a:ext cx="23774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1828800" cy="1828800"/>
          </a:xfrm>
          <a:prstGeom prst="ellipse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1264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Szilard</a:t>
            </a:r>
            <a:endParaRPr lang="en-US" sz="1800" dirty="0"/>
          </a:p>
        </p:txBody>
      </p:sp>
      <p:sp>
        <p:nvSpPr>
          <p:cNvPr id="53" name="Text 48"/>
          <p:cNvSpPr/>
          <p:nvPr/>
        </p:nvSpPr>
        <p:spPr>
          <a:xfrm>
            <a:off x="61264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Pipeline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01 - Autonomous Research Agent</dc:title>
  <dc:subject>PptxGenJS Presentation</dc:subject>
  <dc:creator>PptxGenJS</dc:creator>
  <cp:lastModifiedBy>PptxGenJS</cp:lastModifiedBy>
  <cp:revision>1</cp:revision>
  <dcterms:created xsi:type="dcterms:W3CDTF">2026-03-06T08:31:24Z</dcterms:created>
  <dcterms:modified xsi:type="dcterms:W3CDTF">2026-03-06T08:31:24Z</dcterms:modified>
</cp:coreProperties>
</file>